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handoutMasterIdLst>
    <p:handoutMasterId r:id="rId7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10" autoAdjust="0"/>
    <p:restoredTop sz="94660"/>
  </p:normalViewPr>
  <p:slideViewPr>
    <p:cSldViewPr snapToGrid="0">
      <p:cViewPr varScale="1">
        <p:scale>
          <a:sx n="39" d="100"/>
          <a:sy n="39" d="100"/>
        </p:scale>
        <p:origin x="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ED641-CF3D-4E0E-A632-480F34D64FE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B5ABD-F43E-49FC-8E9D-DD9FFB61F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42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4320"/>
            <a:ext cx="12199678" cy="686231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8F94727-8A66-5144-8E45-EACD0DF8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bg1"/>
                </a:solidFill>
                <a:latin typeface="SIG Headline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E0BED1-8341-814B-89CD-97C5B12BD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556" y="3836460"/>
            <a:ext cx="4549775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SIG Tex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Google Shape;10;p7">
            <a:extLst>
              <a:ext uri="{FF2B5EF4-FFF2-40B4-BE49-F238E27FC236}">
                <a16:creationId xmlns:a16="http://schemas.microsoft.com/office/drawing/2014/main" id="{F7413113-E802-48A7-8BDD-FA0687891E1D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9331735" y="6336810"/>
            <a:ext cx="2493963" cy="30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100" b="0" i="0" u="none" strike="noStrike" cap="none">
                <a:solidFill>
                  <a:schemeClr val="bg1"/>
                </a:solidFill>
                <a:latin typeface="SIG Text" pitchFamily="2" charset="77"/>
                <a:ea typeface="SIG Text" pitchFamily="2" charset="77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® Copyright | Version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3996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idx="1" hasCustomPrompt="1"/>
          </p:nvPr>
        </p:nvSpPr>
        <p:spPr>
          <a:xfrm>
            <a:off x="1231200" y="1721657"/>
            <a:ext cx="10612964" cy="4535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47A99B4-EF84-0898-3D9F-12209ECB9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04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47A99B4-EF84-0898-3D9F-12209ECB9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7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37E4A0-D001-BD42-9211-0EDD127B3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8058" y="3129558"/>
            <a:ext cx="5857741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SIG Text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1914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4"/>
          <p:cNvSpPr>
            <a:spLocks noGrp="1"/>
          </p:cNvSpPr>
          <p:nvPr>
            <p:ph idx="1" hasCustomPrompt="1"/>
          </p:nvPr>
        </p:nvSpPr>
        <p:spPr>
          <a:xfrm>
            <a:off x="1231200" y="1710105"/>
            <a:ext cx="5061446" cy="4535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5" hasCustomPrompt="1"/>
          </p:nvPr>
        </p:nvSpPr>
        <p:spPr>
          <a:xfrm>
            <a:off x="6782718" y="1710105"/>
            <a:ext cx="5061446" cy="4535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ACA3919-F713-34DF-8A3E-AC30FD1212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8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idx="1" hasCustomPrompt="1"/>
          </p:nvPr>
        </p:nvSpPr>
        <p:spPr>
          <a:xfrm>
            <a:off x="1220183" y="2271728"/>
            <a:ext cx="5061446" cy="3985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idx="15" hasCustomPrompt="1"/>
          </p:nvPr>
        </p:nvSpPr>
        <p:spPr>
          <a:xfrm>
            <a:off x="6793735" y="2271728"/>
            <a:ext cx="5061446" cy="3985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293B775-CDED-8B4D-8679-2B217972140C}"/>
              </a:ext>
            </a:extLst>
          </p:cNvPr>
          <p:cNvSpPr>
            <a:spLocks noGrp="1" noChangeArrowheads="1"/>
          </p:cNvSpPr>
          <p:nvPr>
            <p:ph type="body" sz="quarter" idx="10" hasCustomPrompt="1"/>
          </p:nvPr>
        </p:nvSpPr>
        <p:spPr bwMode="auto">
          <a:xfrm>
            <a:off x="1220183" y="1721122"/>
            <a:ext cx="5061447" cy="5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SIG Text" pitchFamily="2" charset="77"/>
              </a:defRPr>
            </a:lvl1pPr>
          </a:lstStyle>
          <a:p>
            <a:pPr lvl="0"/>
            <a:r>
              <a:rPr lang="en-US" altLang="en-US" dirty="0"/>
              <a:t>Click here to edit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293B775-CDED-8B4D-8679-2B217972140C}"/>
              </a:ext>
            </a:extLst>
          </p:cNvPr>
          <p:cNvSpPr>
            <a:spLocks noGrp="1" noChangeArrowheads="1"/>
          </p:cNvSpPr>
          <p:nvPr>
            <p:ph type="body" sz="quarter" idx="16" hasCustomPrompt="1"/>
          </p:nvPr>
        </p:nvSpPr>
        <p:spPr bwMode="auto">
          <a:xfrm>
            <a:off x="6793734" y="1721122"/>
            <a:ext cx="5061447" cy="5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SIG Text" pitchFamily="2" charset="77"/>
              </a:defRPr>
            </a:lvl1pPr>
          </a:lstStyle>
          <a:p>
            <a:pPr lvl="0"/>
            <a:r>
              <a:rPr lang="en-US" altLang="en-US" dirty="0"/>
              <a:t>Click here to edit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3415310-0E6C-0DE9-B911-33762AF1FA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92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0;p7">
            <a:extLst>
              <a:ext uri="{FF2B5EF4-FFF2-40B4-BE49-F238E27FC236}">
                <a16:creationId xmlns:a16="http://schemas.microsoft.com/office/drawing/2014/main" id="{F7413113-E802-48A7-8BDD-FA0687891E1D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4849018" y="4237413"/>
            <a:ext cx="2493963" cy="30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100" b="0" i="0" u="none" strike="noStrike" cap="none">
                <a:solidFill>
                  <a:schemeClr val="bg1"/>
                </a:solidFill>
                <a:latin typeface="SIG Text" pitchFamily="2" charset="77"/>
                <a:ea typeface="SIG Text" pitchFamily="2" charset="77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® Copyright | Version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9431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153E65A-54AA-1A39-6FC4-7AE0CD02DE6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CFDE7-C7FC-101B-02AC-665874DF5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53D9F-D59B-4481-BD87-4E3A2467B6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48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7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7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68058" y="3129558"/>
            <a:ext cx="5857741" cy="1325563"/>
          </a:xfrm>
          <a:prstGeom prst="rect">
            <a:avLst/>
          </a:prstGeom>
        </p:spPr>
        <p:txBody>
          <a:bodyPr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0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9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7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G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IG Font">
      <a:majorFont>
        <a:latin typeface="SIG Headline"/>
        <a:ea typeface=""/>
        <a:cs typeface=""/>
      </a:majorFont>
      <a:minorFont>
        <a:latin typeface="SIG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>
        <a:normAutofit/>
      </a:bodyPr>
      <a:lstStyle>
        <a:defPPr algn="l">
          <a:defRPr sz="1200" b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PPT SIG Black.potx" id="{6F608AEC-1B66-4357-A09B-67F9ACF9D333}" vid="{EA385947-AE0C-453F-9935-A6DBB9EB7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SIG Black</Template>
  <TotalTime>91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SIG Headline</vt:lpstr>
      <vt:lpstr>SIG Text</vt:lpstr>
      <vt:lpstr>SIG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Tasya Inayah Hasanah</cp:lastModifiedBy>
  <cp:revision>6</cp:revision>
  <cp:lastPrinted>2025-10-03T03:51:14Z</cp:lastPrinted>
  <dcterms:created xsi:type="dcterms:W3CDTF">2025-03-14T06:00:14Z</dcterms:created>
  <dcterms:modified xsi:type="dcterms:W3CDTF">2026-03-16T08:15:33Z</dcterms:modified>
</cp:coreProperties>
</file>