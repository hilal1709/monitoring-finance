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sldIdLst>
    <p:sldId id="256" r:id="rId2"/>
    <p:sldId id="257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88F94727-8A66-5144-8E45-EACD0DF879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556" y="2103437"/>
            <a:ext cx="5691382" cy="1511301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tx1"/>
                </a:solidFill>
                <a:latin typeface="SIG Headline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E0BED1-8341-814B-89CD-97C5B12BDB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66556" y="3836460"/>
            <a:ext cx="4549775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  <a:latin typeface="SIG Text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Google Shape;10;p7">
            <a:extLst>
              <a:ext uri="{FF2B5EF4-FFF2-40B4-BE49-F238E27FC236}">
                <a16:creationId xmlns:a16="http://schemas.microsoft.com/office/drawing/2014/main" id="{F7413113-E802-48A7-8BDD-FA0687891E1D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9698037" y="6375991"/>
            <a:ext cx="2493963" cy="30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100" b="0" i="0" u="none" strike="noStrike" cap="none">
                <a:solidFill>
                  <a:schemeClr val="tx1"/>
                </a:solidFill>
                <a:latin typeface="SIG Text" pitchFamily="2" charset="77"/>
                <a:ea typeface="SIG Text" pitchFamily="2" charset="77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® Copyright | Version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3304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"/>
          <p:cNvSpPr>
            <a:spLocks noGrp="1"/>
          </p:cNvSpPr>
          <p:nvPr>
            <p:ph idx="1" hasCustomPrompt="1"/>
          </p:nvPr>
        </p:nvSpPr>
        <p:spPr>
          <a:xfrm>
            <a:off x="1231200" y="1721657"/>
            <a:ext cx="10612964" cy="4535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SIG Text" pitchFamily="2" charset="0"/>
              </a:defRPr>
            </a:lvl1pPr>
          </a:lstStyle>
          <a:p>
            <a:r>
              <a:rPr lang="en-US" dirty="0"/>
              <a:t>Click here to edit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937E7-4222-6B7B-E586-74F8F798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771" y="6356350"/>
            <a:ext cx="341587" cy="365125"/>
          </a:xfrm>
          <a:prstGeom prst="rect">
            <a:avLst/>
          </a:prstGeom>
        </p:spPr>
        <p:txBody>
          <a:bodyPr/>
          <a:lstStyle/>
          <a:p>
            <a:fld id="{6EB53D9F-D59B-4481-BD87-4E3A2467B6E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7A99B4-EF84-0898-3D9F-12209ECB9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8575" y="788401"/>
            <a:ext cx="7054850" cy="4225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200" b="1">
                <a:latin typeface="SIG Text" pitchFamily="2" charset="0"/>
              </a:defRPr>
            </a:lvl1pPr>
          </a:lstStyle>
          <a:p>
            <a:pPr lvl="0"/>
            <a:r>
              <a:rPr lang="en-US" altLang="en-US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916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937E7-4222-6B7B-E586-74F8F798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771" y="6356350"/>
            <a:ext cx="341587" cy="365125"/>
          </a:xfrm>
          <a:prstGeom prst="rect">
            <a:avLst/>
          </a:prstGeom>
        </p:spPr>
        <p:txBody>
          <a:bodyPr/>
          <a:lstStyle/>
          <a:p>
            <a:fld id="{6EB53D9F-D59B-4481-BD87-4E3A2467B6E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8F28C1B-B993-6A2C-0FA7-957AF524B6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8575" y="788401"/>
            <a:ext cx="7054850" cy="4225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200" b="1">
                <a:latin typeface="SIG Text" pitchFamily="2" charset="0"/>
              </a:defRPr>
            </a:lvl1pPr>
          </a:lstStyle>
          <a:p>
            <a:pPr lvl="0"/>
            <a:r>
              <a:rPr lang="en-US" altLang="en-US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462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937E7-4222-6B7B-E586-74F8F798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771" y="6356350"/>
            <a:ext cx="341587" cy="365125"/>
          </a:xfrm>
          <a:prstGeom prst="rect">
            <a:avLst/>
          </a:prstGeom>
        </p:spPr>
        <p:txBody>
          <a:bodyPr/>
          <a:lstStyle/>
          <a:p>
            <a:fld id="{6EB53D9F-D59B-4481-BD87-4E3A2467B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10">
            <a:extLst>
              <a:ext uri="{FF2B5EF4-FFF2-40B4-BE49-F238E27FC236}">
                <a16:creationId xmlns:a16="http://schemas.microsoft.com/office/drawing/2014/main" id="{86D5B765-921D-C51F-9F4E-E294F37AE7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B37E4A0-D001-BD42-9211-0EDD127B36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8058" y="3129558"/>
            <a:ext cx="5857741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SIG Text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54691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"/>
          <p:cNvSpPr>
            <a:spLocks noGrp="1"/>
          </p:cNvSpPr>
          <p:nvPr>
            <p:ph idx="1" hasCustomPrompt="1"/>
          </p:nvPr>
        </p:nvSpPr>
        <p:spPr>
          <a:xfrm>
            <a:off x="1231200" y="1710105"/>
            <a:ext cx="5061446" cy="4535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SIG Text" pitchFamily="2" charset="0"/>
              </a:defRPr>
            </a:lvl1pPr>
          </a:lstStyle>
          <a:p>
            <a:r>
              <a:rPr lang="en-US" dirty="0"/>
              <a:t>Click here to edit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937E7-4222-6B7B-E586-74F8F798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771" y="6356350"/>
            <a:ext cx="341587" cy="365125"/>
          </a:xfrm>
          <a:prstGeom prst="rect">
            <a:avLst/>
          </a:prstGeom>
        </p:spPr>
        <p:txBody>
          <a:bodyPr/>
          <a:lstStyle/>
          <a:p>
            <a:fld id="{6EB53D9F-D59B-4481-BD87-4E3A2467B6E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4"/>
          <p:cNvSpPr>
            <a:spLocks noGrp="1"/>
          </p:cNvSpPr>
          <p:nvPr>
            <p:ph idx="15" hasCustomPrompt="1"/>
          </p:nvPr>
        </p:nvSpPr>
        <p:spPr>
          <a:xfrm>
            <a:off x="6782718" y="1710105"/>
            <a:ext cx="5061446" cy="4535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SIG Text" pitchFamily="2" charset="0"/>
              </a:defRPr>
            </a:lvl1pPr>
          </a:lstStyle>
          <a:p>
            <a:r>
              <a:rPr lang="en-US" dirty="0"/>
              <a:t>Click here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ACA3919-F713-34DF-8A3E-AC30FD1212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8575" y="788401"/>
            <a:ext cx="7054850" cy="4225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200" b="1">
                <a:latin typeface="SIG Text" pitchFamily="2" charset="0"/>
              </a:defRPr>
            </a:lvl1pPr>
          </a:lstStyle>
          <a:p>
            <a:pPr lvl="0"/>
            <a:r>
              <a:rPr lang="en-US" altLang="en-US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094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"/>
          <p:cNvSpPr>
            <a:spLocks noGrp="1"/>
          </p:cNvSpPr>
          <p:nvPr>
            <p:ph idx="1" hasCustomPrompt="1"/>
          </p:nvPr>
        </p:nvSpPr>
        <p:spPr>
          <a:xfrm>
            <a:off x="1220183" y="2271728"/>
            <a:ext cx="5061446" cy="3985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SIG Text" pitchFamily="2" charset="0"/>
              </a:defRPr>
            </a:lvl1pPr>
          </a:lstStyle>
          <a:p>
            <a:r>
              <a:rPr lang="en-US" dirty="0"/>
              <a:t>Click here to edit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937E7-4222-6B7B-E586-74F8F798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771" y="6356350"/>
            <a:ext cx="341587" cy="365125"/>
          </a:xfrm>
          <a:prstGeom prst="rect">
            <a:avLst/>
          </a:prstGeom>
        </p:spPr>
        <p:txBody>
          <a:bodyPr/>
          <a:lstStyle/>
          <a:p>
            <a:fld id="{6EB53D9F-D59B-4481-BD87-4E3A2467B6E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4"/>
          <p:cNvSpPr>
            <a:spLocks noGrp="1"/>
          </p:cNvSpPr>
          <p:nvPr>
            <p:ph idx="15" hasCustomPrompt="1"/>
          </p:nvPr>
        </p:nvSpPr>
        <p:spPr>
          <a:xfrm>
            <a:off x="6793735" y="2271728"/>
            <a:ext cx="5061446" cy="3985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SIG Text" pitchFamily="2" charset="0"/>
              </a:defRPr>
            </a:lvl1pPr>
          </a:lstStyle>
          <a:p>
            <a:r>
              <a:rPr lang="en-US" dirty="0"/>
              <a:t>Click here to edit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293B775-CDED-8B4D-8679-2B217972140C}"/>
              </a:ext>
            </a:extLst>
          </p:cNvPr>
          <p:cNvSpPr>
            <a:spLocks noGrp="1" noChangeArrowheads="1"/>
          </p:cNvSpPr>
          <p:nvPr>
            <p:ph type="body" sz="quarter" idx="10" hasCustomPrompt="1"/>
          </p:nvPr>
        </p:nvSpPr>
        <p:spPr bwMode="auto">
          <a:xfrm>
            <a:off x="1220183" y="1721122"/>
            <a:ext cx="5061447" cy="55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SIG Text" pitchFamily="2" charset="77"/>
              </a:defRPr>
            </a:lvl1pPr>
          </a:lstStyle>
          <a:p>
            <a:pPr lvl="0"/>
            <a:r>
              <a:rPr lang="en-US" altLang="en-US" dirty="0"/>
              <a:t>Click here to edit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293B775-CDED-8B4D-8679-2B217972140C}"/>
              </a:ext>
            </a:extLst>
          </p:cNvPr>
          <p:cNvSpPr>
            <a:spLocks noGrp="1" noChangeArrowheads="1"/>
          </p:cNvSpPr>
          <p:nvPr>
            <p:ph type="body" sz="quarter" idx="16" hasCustomPrompt="1"/>
          </p:nvPr>
        </p:nvSpPr>
        <p:spPr bwMode="auto">
          <a:xfrm>
            <a:off x="6793734" y="1721122"/>
            <a:ext cx="5061447" cy="55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SIG Text" pitchFamily="2" charset="77"/>
              </a:defRPr>
            </a:lvl1pPr>
          </a:lstStyle>
          <a:p>
            <a:pPr lvl="0"/>
            <a:r>
              <a:rPr lang="en-US" altLang="en-US" dirty="0"/>
              <a:t>Click here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415310-0E6C-0DE9-B911-33762AF1FA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8575" y="788401"/>
            <a:ext cx="7054850" cy="4225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200" b="1">
                <a:latin typeface="SIG Text" pitchFamily="2" charset="0"/>
              </a:defRPr>
            </a:lvl1pPr>
          </a:lstStyle>
          <a:p>
            <a:pPr lvl="0"/>
            <a:r>
              <a:rPr lang="en-US" altLang="en-US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953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3D8A65-AA5C-B466-5CFC-87D2A0EEFD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97" y="-98854"/>
            <a:ext cx="12418539" cy="6956854"/>
          </a:xfrm>
          <a:prstGeom prst="rect">
            <a:avLst/>
          </a:prstGeom>
        </p:spPr>
      </p:pic>
      <p:sp>
        <p:nvSpPr>
          <p:cNvPr id="8" name="Google Shape;10;p7">
            <a:extLst>
              <a:ext uri="{FF2B5EF4-FFF2-40B4-BE49-F238E27FC236}">
                <a16:creationId xmlns:a16="http://schemas.microsoft.com/office/drawing/2014/main" id="{F7413113-E802-48A7-8BDD-FA0687891E1D}"/>
              </a:ext>
            </a:extLst>
          </p:cNvPr>
          <p:cNvSpPr txBox="1">
            <a:spLocks noGrp="1"/>
          </p:cNvSpPr>
          <p:nvPr>
            <p:ph type="body" idx="3" hasCustomPrompt="1"/>
          </p:nvPr>
        </p:nvSpPr>
        <p:spPr>
          <a:xfrm>
            <a:off x="4849018" y="4237413"/>
            <a:ext cx="2493963" cy="30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100" b="0" i="0" u="none" strike="noStrike" cap="none">
                <a:solidFill>
                  <a:schemeClr val="tx1"/>
                </a:solidFill>
                <a:latin typeface="SIG Text" pitchFamily="2" charset="77"/>
                <a:ea typeface="SIG Text" pitchFamily="2" charset="77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® Copyright | Version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6183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153E65A-54AA-1A39-6FC4-7AE0CD02DE6B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CFDE7-C7FC-101B-02AC-665874DF5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9771" y="6356350"/>
            <a:ext cx="3415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53D9F-D59B-4481-BD87-4E3A2467B6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983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3" r:id="rId3"/>
    <p:sldLayoutId id="2147483667" r:id="rId4"/>
    <p:sldLayoutId id="2147483665" r:id="rId5"/>
    <p:sldLayoutId id="2147483664" r:id="rId6"/>
    <p:sldLayoutId id="2147483666" r:id="rId7"/>
    <p:sldLayoutId id="214748365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1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880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342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7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71376"/>
      </p:ext>
    </p:extLst>
  </p:cSld>
  <p:clrMapOvr>
    <a:masterClrMapping/>
  </p:clrMapOvr>
</p:sld>
</file>

<file path=ppt/theme/theme1.xml><?xml version="1.0" encoding="utf-8"?>
<a:theme xmlns:a="http://schemas.openxmlformats.org/drawingml/2006/main" name="SIG 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IG Font">
      <a:majorFont>
        <a:latin typeface="SIG Headline"/>
        <a:ea typeface=""/>
        <a:cs typeface=""/>
      </a:majorFont>
      <a:minorFont>
        <a:latin typeface="SIG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>
        <a:normAutofit/>
      </a:bodyPr>
      <a:lstStyle>
        <a:defPPr algn="l">
          <a:defRPr sz="1200" b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PPT SIG Light.potx" id="{AA6D235B-22DE-4DA5-9DA5-04B741596D51}" vid="{1BA18240-AEB3-460B-AA9A-1AB7CBC2E6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SIG Headline</vt:lpstr>
      <vt:lpstr>SIG Text</vt:lpstr>
      <vt:lpstr>SIG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Tasya Inayah Hasanah</cp:lastModifiedBy>
  <cp:revision>9</cp:revision>
  <cp:lastPrinted>2025-10-03T03:51:45Z</cp:lastPrinted>
  <dcterms:created xsi:type="dcterms:W3CDTF">2024-07-09T09:22:19Z</dcterms:created>
  <dcterms:modified xsi:type="dcterms:W3CDTF">2026-03-16T08:16:14Z</dcterms:modified>
</cp:coreProperties>
</file>